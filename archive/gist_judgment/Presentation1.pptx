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</p:sldIdLst>
  <p:sldSz cx="14712950" cy="14417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BECF"/>
    <a:srgbClr val="8C554B"/>
    <a:srgbClr val="1E7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73"/>
  </p:normalViewPr>
  <p:slideViewPr>
    <p:cSldViewPr snapToGrid="0">
      <p:cViewPr>
        <p:scale>
          <a:sx n="69" d="100"/>
          <a:sy n="69" d="100"/>
        </p:scale>
        <p:origin x="616" y="-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3471" y="2359560"/>
            <a:ext cx="12506008" cy="5019487"/>
          </a:xfrm>
        </p:spPr>
        <p:txBody>
          <a:bodyPr anchor="b"/>
          <a:lstStyle>
            <a:lvl1pPr algn="ctr">
              <a:defRPr sz="965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9119" y="7572618"/>
            <a:ext cx="11034713" cy="3480933"/>
          </a:xfrm>
        </p:spPr>
        <p:txBody>
          <a:bodyPr/>
          <a:lstStyle>
            <a:lvl1pPr marL="0" indent="0" algn="ctr">
              <a:buNone/>
              <a:defRPr sz="3862"/>
            </a:lvl1pPr>
            <a:lvl2pPr marL="735635" indent="0" algn="ctr">
              <a:buNone/>
              <a:defRPr sz="3218"/>
            </a:lvl2pPr>
            <a:lvl3pPr marL="1471270" indent="0" algn="ctr">
              <a:buNone/>
              <a:defRPr sz="2896"/>
            </a:lvl3pPr>
            <a:lvl4pPr marL="2206904" indent="0" algn="ctr">
              <a:buNone/>
              <a:defRPr sz="2574"/>
            </a:lvl4pPr>
            <a:lvl5pPr marL="2942539" indent="0" algn="ctr">
              <a:buNone/>
              <a:defRPr sz="2574"/>
            </a:lvl5pPr>
            <a:lvl6pPr marL="3678174" indent="0" algn="ctr">
              <a:buNone/>
              <a:defRPr sz="2574"/>
            </a:lvl6pPr>
            <a:lvl7pPr marL="4413809" indent="0" algn="ctr">
              <a:buNone/>
              <a:defRPr sz="2574"/>
            </a:lvl7pPr>
            <a:lvl8pPr marL="5149444" indent="0" algn="ctr">
              <a:buNone/>
              <a:defRPr sz="2574"/>
            </a:lvl8pPr>
            <a:lvl9pPr marL="5885078" indent="0" algn="ctr">
              <a:buNone/>
              <a:defRPr sz="257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3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3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53" y="3594411"/>
            <a:ext cx="12689919" cy="5997351"/>
          </a:xfrm>
        </p:spPr>
        <p:txBody>
          <a:bodyPr anchor="b"/>
          <a:lstStyle>
            <a:lvl1pPr>
              <a:defRPr sz="965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853" y="9648499"/>
            <a:ext cx="12689919" cy="3153865"/>
          </a:xfrm>
        </p:spPr>
        <p:txBody>
          <a:bodyPr/>
          <a:lstStyle>
            <a:lvl1pPr marL="0" indent="0">
              <a:buNone/>
              <a:defRPr sz="3862">
                <a:solidFill>
                  <a:schemeClr val="tx1">
                    <a:tint val="82000"/>
                  </a:schemeClr>
                </a:solidFill>
              </a:defRPr>
            </a:lvl1pPr>
            <a:lvl2pPr marL="735635" indent="0">
              <a:buNone/>
              <a:defRPr sz="3218">
                <a:solidFill>
                  <a:schemeClr val="tx1">
                    <a:tint val="82000"/>
                  </a:schemeClr>
                </a:solidFill>
              </a:defRPr>
            </a:lvl2pPr>
            <a:lvl3pPr marL="1471270" indent="0">
              <a:buNone/>
              <a:defRPr sz="2896">
                <a:solidFill>
                  <a:schemeClr val="tx1">
                    <a:tint val="82000"/>
                  </a:schemeClr>
                </a:solidFill>
              </a:defRPr>
            </a:lvl3pPr>
            <a:lvl4pPr marL="2206904" indent="0">
              <a:buNone/>
              <a:defRPr sz="2574">
                <a:solidFill>
                  <a:schemeClr val="tx1">
                    <a:tint val="82000"/>
                  </a:schemeClr>
                </a:solidFill>
              </a:defRPr>
            </a:lvl4pPr>
            <a:lvl5pPr marL="2942539" indent="0">
              <a:buNone/>
              <a:defRPr sz="2574">
                <a:solidFill>
                  <a:schemeClr val="tx1">
                    <a:tint val="82000"/>
                  </a:schemeClr>
                </a:solidFill>
              </a:defRPr>
            </a:lvl5pPr>
            <a:lvl6pPr marL="3678174" indent="0">
              <a:buNone/>
              <a:defRPr sz="2574">
                <a:solidFill>
                  <a:schemeClr val="tx1">
                    <a:tint val="82000"/>
                  </a:schemeClr>
                </a:solidFill>
              </a:defRPr>
            </a:lvl6pPr>
            <a:lvl7pPr marL="4413809" indent="0">
              <a:buNone/>
              <a:defRPr sz="2574">
                <a:solidFill>
                  <a:schemeClr val="tx1">
                    <a:tint val="82000"/>
                  </a:schemeClr>
                </a:solidFill>
              </a:defRPr>
            </a:lvl7pPr>
            <a:lvl8pPr marL="5149444" indent="0">
              <a:buNone/>
              <a:defRPr sz="2574">
                <a:solidFill>
                  <a:schemeClr val="tx1">
                    <a:tint val="82000"/>
                  </a:schemeClr>
                </a:solidFill>
              </a:defRPr>
            </a:lvl8pPr>
            <a:lvl9pPr marL="5885078" indent="0">
              <a:buNone/>
              <a:defRPr sz="257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1515" y="3838039"/>
            <a:ext cx="6253004" cy="91478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8431" y="3838039"/>
            <a:ext cx="6253004" cy="91478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6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32" y="767611"/>
            <a:ext cx="12689919" cy="27867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433" y="3534334"/>
            <a:ext cx="6224267" cy="1732122"/>
          </a:xfrm>
        </p:spPr>
        <p:txBody>
          <a:bodyPr anchor="b"/>
          <a:lstStyle>
            <a:lvl1pPr marL="0" indent="0">
              <a:buNone/>
              <a:defRPr sz="3862" b="1"/>
            </a:lvl1pPr>
            <a:lvl2pPr marL="735635" indent="0">
              <a:buNone/>
              <a:defRPr sz="3218" b="1"/>
            </a:lvl2pPr>
            <a:lvl3pPr marL="1471270" indent="0">
              <a:buNone/>
              <a:defRPr sz="2896" b="1"/>
            </a:lvl3pPr>
            <a:lvl4pPr marL="2206904" indent="0">
              <a:buNone/>
              <a:defRPr sz="2574" b="1"/>
            </a:lvl4pPr>
            <a:lvl5pPr marL="2942539" indent="0">
              <a:buNone/>
              <a:defRPr sz="2574" b="1"/>
            </a:lvl5pPr>
            <a:lvl6pPr marL="3678174" indent="0">
              <a:buNone/>
              <a:defRPr sz="2574" b="1"/>
            </a:lvl6pPr>
            <a:lvl7pPr marL="4413809" indent="0">
              <a:buNone/>
              <a:defRPr sz="2574" b="1"/>
            </a:lvl7pPr>
            <a:lvl8pPr marL="5149444" indent="0">
              <a:buNone/>
              <a:defRPr sz="2574" b="1"/>
            </a:lvl8pPr>
            <a:lvl9pPr marL="5885078" indent="0">
              <a:buNone/>
              <a:defRPr sz="257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433" y="5266456"/>
            <a:ext cx="6224267" cy="774616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48432" y="3534334"/>
            <a:ext cx="6254920" cy="1732122"/>
          </a:xfrm>
        </p:spPr>
        <p:txBody>
          <a:bodyPr anchor="b"/>
          <a:lstStyle>
            <a:lvl1pPr marL="0" indent="0">
              <a:buNone/>
              <a:defRPr sz="3862" b="1"/>
            </a:lvl1pPr>
            <a:lvl2pPr marL="735635" indent="0">
              <a:buNone/>
              <a:defRPr sz="3218" b="1"/>
            </a:lvl2pPr>
            <a:lvl3pPr marL="1471270" indent="0">
              <a:buNone/>
              <a:defRPr sz="2896" b="1"/>
            </a:lvl3pPr>
            <a:lvl4pPr marL="2206904" indent="0">
              <a:buNone/>
              <a:defRPr sz="2574" b="1"/>
            </a:lvl4pPr>
            <a:lvl5pPr marL="2942539" indent="0">
              <a:buNone/>
              <a:defRPr sz="2574" b="1"/>
            </a:lvl5pPr>
            <a:lvl6pPr marL="3678174" indent="0">
              <a:buNone/>
              <a:defRPr sz="2574" b="1"/>
            </a:lvl6pPr>
            <a:lvl7pPr marL="4413809" indent="0">
              <a:buNone/>
              <a:defRPr sz="2574" b="1"/>
            </a:lvl7pPr>
            <a:lvl8pPr marL="5149444" indent="0">
              <a:buNone/>
              <a:defRPr sz="2574" b="1"/>
            </a:lvl8pPr>
            <a:lvl9pPr marL="5885078" indent="0">
              <a:buNone/>
              <a:defRPr sz="257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48432" y="5266456"/>
            <a:ext cx="6254920" cy="774616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3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0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32" y="961178"/>
            <a:ext cx="4745309" cy="3364124"/>
          </a:xfrm>
        </p:spPr>
        <p:txBody>
          <a:bodyPr anchor="b"/>
          <a:lstStyle>
            <a:lvl1pPr>
              <a:defRPr sz="51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4920" y="2075881"/>
            <a:ext cx="7448431" cy="10245894"/>
          </a:xfrm>
        </p:spPr>
        <p:txBody>
          <a:bodyPr/>
          <a:lstStyle>
            <a:lvl1pPr>
              <a:defRPr sz="5149"/>
            </a:lvl1pPr>
            <a:lvl2pPr>
              <a:defRPr sz="4505"/>
            </a:lvl2pPr>
            <a:lvl3pPr>
              <a:defRPr sz="3862"/>
            </a:lvl3pPr>
            <a:lvl4pPr>
              <a:defRPr sz="3218"/>
            </a:lvl4pPr>
            <a:lvl5pPr>
              <a:defRPr sz="3218"/>
            </a:lvl5pPr>
            <a:lvl6pPr>
              <a:defRPr sz="3218"/>
            </a:lvl6pPr>
            <a:lvl7pPr>
              <a:defRPr sz="3218"/>
            </a:lvl7pPr>
            <a:lvl8pPr>
              <a:defRPr sz="3218"/>
            </a:lvl8pPr>
            <a:lvl9pPr>
              <a:defRPr sz="321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432" y="4325302"/>
            <a:ext cx="4745309" cy="8013158"/>
          </a:xfrm>
        </p:spPr>
        <p:txBody>
          <a:bodyPr/>
          <a:lstStyle>
            <a:lvl1pPr marL="0" indent="0">
              <a:buNone/>
              <a:defRPr sz="2574"/>
            </a:lvl1pPr>
            <a:lvl2pPr marL="735635" indent="0">
              <a:buNone/>
              <a:defRPr sz="2253"/>
            </a:lvl2pPr>
            <a:lvl3pPr marL="1471270" indent="0">
              <a:buNone/>
              <a:defRPr sz="1931"/>
            </a:lvl3pPr>
            <a:lvl4pPr marL="2206904" indent="0">
              <a:buNone/>
              <a:defRPr sz="1609"/>
            </a:lvl4pPr>
            <a:lvl5pPr marL="2942539" indent="0">
              <a:buNone/>
              <a:defRPr sz="1609"/>
            </a:lvl5pPr>
            <a:lvl6pPr marL="3678174" indent="0">
              <a:buNone/>
              <a:defRPr sz="1609"/>
            </a:lvl6pPr>
            <a:lvl7pPr marL="4413809" indent="0">
              <a:buNone/>
              <a:defRPr sz="1609"/>
            </a:lvl7pPr>
            <a:lvl8pPr marL="5149444" indent="0">
              <a:buNone/>
              <a:defRPr sz="1609"/>
            </a:lvl8pPr>
            <a:lvl9pPr marL="5885078" indent="0">
              <a:buNone/>
              <a:defRPr sz="160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93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32" y="961178"/>
            <a:ext cx="4745309" cy="3364124"/>
          </a:xfrm>
        </p:spPr>
        <p:txBody>
          <a:bodyPr anchor="b"/>
          <a:lstStyle>
            <a:lvl1pPr>
              <a:defRPr sz="51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54920" y="2075881"/>
            <a:ext cx="7448431" cy="10245894"/>
          </a:xfrm>
        </p:spPr>
        <p:txBody>
          <a:bodyPr anchor="t"/>
          <a:lstStyle>
            <a:lvl1pPr marL="0" indent="0">
              <a:buNone/>
              <a:defRPr sz="5149"/>
            </a:lvl1pPr>
            <a:lvl2pPr marL="735635" indent="0">
              <a:buNone/>
              <a:defRPr sz="4505"/>
            </a:lvl2pPr>
            <a:lvl3pPr marL="1471270" indent="0">
              <a:buNone/>
              <a:defRPr sz="3862"/>
            </a:lvl3pPr>
            <a:lvl4pPr marL="2206904" indent="0">
              <a:buNone/>
              <a:defRPr sz="3218"/>
            </a:lvl4pPr>
            <a:lvl5pPr marL="2942539" indent="0">
              <a:buNone/>
              <a:defRPr sz="3218"/>
            </a:lvl5pPr>
            <a:lvl6pPr marL="3678174" indent="0">
              <a:buNone/>
              <a:defRPr sz="3218"/>
            </a:lvl6pPr>
            <a:lvl7pPr marL="4413809" indent="0">
              <a:buNone/>
              <a:defRPr sz="3218"/>
            </a:lvl7pPr>
            <a:lvl8pPr marL="5149444" indent="0">
              <a:buNone/>
              <a:defRPr sz="3218"/>
            </a:lvl8pPr>
            <a:lvl9pPr marL="5885078" indent="0">
              <a:buNone/>
              <a:defRPr sz="321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432" y="4325302"/>
            <a:ext cx="4745309" cy="8013158"/>
          </a:xfrm>
        </p:spPr>
        <p:txBody>
          <a:bodyPr/>
          <a:lstStyle>
            <a:lvl1pPr marL="0" indent="0">
              <a:buNone/>
              <a:defRPr sz="2574"/>
            </a:lvl1pPr>
            <a:lvl2pPr marL="735635" indent="0">
              <a:buNone/>
              <a:defRPr sz="2253"/>
            </a:lvl2pPr>
            <a:lvl3pPr marL="1471270" indent="0">
              <a:buNone/>
              <a:defRPr sz="1931"/>
            </a:lvl3pPr>
            <a:lvl4pPr marL="2206904" indent="0">
              <a:buNone/>
              <a:defRPr sz="1609"/>
            </a:lvl4pPr>
            <a:lvl5pPr marL="2942539" indent="0">
              <a:buNone/>
              <a:defRPr sz="1609"/>
            </a:lvl5pPr>
            <a:lvl6pPr marL="3678174" indent="0">
              <a:buNone/>
              <a:defRPr sz="1609"/>
            </a:lvl6pPr>
            <a:lvl7pPr marL="4413809" indent="0">
              <a:buNone/>
              <a:defRPr sz="1609"/>
            </a:lvl7pPr>
            <a:lvl8pPr marL="5149444" indent="0">
              <a:buNone/>
              <a:defRPr sz="1609"/>
            </a:lvl8pPr>
            <a:lvl9pPr marL="5885078" indent="0">
              <a:buNone/>
              <a:defRPr sz="160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35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7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28956" y="767608"/>
            <a:ext cx="3172480" cy="1221831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1516" y="767608"/>
            <a:ext cx="9333528" cy="1221831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9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1516" y="767611"/>
            <a:ext cx="12689919" cy="278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516" y="3838039"/>
            <a:ext cx="12689919" cy="9147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1515" y="13363052"/>
            <a:ext cx="3310414" cy="76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6A859-1DF7-6449-B3D8-22B06D7C319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73665" y="13363052"/>
            <a:ext cx="4965621" cy="76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91021" y="13363052"/>
            <a:ext cx="3310414" cy="76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2DB4F-5441-7E4C-9AA8-8FE94E4F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9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71270" rtl="0" eaLnBrk="1" latinLnBrk="0" hangingPunct="1">
        <a:lnSpc>
          <a:spcPct val="90000"/>
        </a:lnSpc>
        <a:spcBef>
          <a:spcPct val="0"/>
        </a:spcBef>
        <a:buNone/>
        <a:defRPr sz="7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7817" indent="-367817" algn="l" defTabSz="1471270" rtl="0" eaLnBrk="1" latinLnBrk="0" hangingPunct="1">
        <a:lnSpc>
          <a:spcPct val="90000"/>
        </a:lnSpc>
        <a:spcBef>
          <a:spcPts val="1609"/>
        </a:spcBef>
        <a:buFont typeface="Arial" panose="020B0604020202020204" pitchFamily="34" charset="0"/>
        <a:buChar char="•"/>
        <a:defRPr sz="4505" kern="1200">
          <a:solidFill>
            <a:schemeClr val="tx1"/>
          </a:solidFill>
          <a:latin typeface="+mn-lt"/>
          <a:ea typeface="+mn-ea"/>
          <a:cs typeface="+mn-cs"/>
        </a:defRPr>
      </a:lvl1pPr>
      <a:lvl2pPr marL="1103452" indent="-367817" algn="l" defTabSz="1471270" rtl="0" eaLnBrk="1" latinLnBrk="0" hangingPunct="1">
        <a:lnSpc>
          <a:spcPct val="90000"/>
        </a:lnSpc>
        <a:spcBef>
          <a:spcPts val="805"/>
        </a:spcBef>
        <a:buFont typeface="Arial" panose="020B0604020202020204" pitchFamily="34" charset="0"/>
        <a:buChar char="•"/>
        <a:defRPr sz="3862" kern="1200">
          <a:solidFill>
            <a:schemeClr val="tx1"/>
          </a:solidFill>
          <a:latin typeface="+mn-lt"/>
          <a:ea typeface="+mn-ea"/>
          <a:cs typeface="+mn-cs"/>
        </a:defRPr>
      </a:lvl2pPr>
      <a:lvl3pPr marL="1839087" indent="-367817" algn="l" defTabSz="1471270" rtl="0" eaLnBrk="1" latinLnBrk="0" hangingPunct="1">
        <a:lnSpc>
          <a:spcPct val="90000"/>
        </a:lnSpc>
        <a:spcBef>
          <a:spcPts val="805"/>
        </a:spcBef>
        <a:buFont typeface="Arial" panose="020B0604020202020204" pitchFamily="34" charset="0"/>
        <a:buChar char="•"/>
        <a:defRPr sz="3218" kern="1200">
          <a:solidFill>
            <a:schemeClr val="tx1"/>
          </a:solidFill>
          <a:latin typeface="+mn-lt"/>
          <a:ea typeface="+mn-ea"/>
          <a:cs typeface="+mn-cs"/>
        </a:defRPr>
      </a:lvl3pPr>
      <a:lvl4pPr marL="2574722" indent="-367817" algn="l" defTabSz="1471270" rtl="0" eaLnBrk="1" latinLnBrk="0" hangingPunct="1">
        <a:lnSpc>
          <a:spcPct val="90000"/>
        </a:lnSpc>
        <a:spcBef>
          <a:spcPts val="805"/>
        </a:spcBef>
        <a:buFont typeface="Arial" panose="020B0604020202020204" pitchFamily="34" charset="0"/>
        <a:buChar char="•"/>
        <a:defRPr sz="2896" kern="1200">
          <a:solidFill>
            <a:schemeClr val="tx1"/>
          </a:solidFill>
          <a:latin typeface="+mn-lt"/>
          <a:ea typeface="+mn-ea"/>
          <a:cs typeface="+mn-cs"/>
        </a:defRPr>
      </a:lvl4pPr>
      <a:lvl5pPr marL="3310357" indent="-367817" algn="l" defTabSz="1471270" rtl="0" eaLnBrk="1" latinLnBrk="0" hangingPunct="1">
        <a:lnSpc>
          <a:spcPct val="90000"/>
        </a:lnSpc>
        <a:spcBef>
          <a:spcPts val="805"/>
        </a:spcBef>
        <a:buFont typeface="Arial" panose="020B0604020202020204" pitchFamily="34" charset="0"/>
        <a:buChar char="•"/>
        <a:defRPr sz="2896" kern="1200">
          <a:solidFill>
            <a:schemeClr val="tx1"/>
          </a:solidFill>
          <a:latin typeface="+mn-lt"/>
          <a:ea typeface="+mn-ea"/>
          <a:cs typeface="+mn-cs"/>
        </a:defRPr>
      </a:lvl5pPr>
      <a:lvl6pPr marL="4045991" indent="-367817" algn="l" defTabSz="1471270" rtl="0" eaLnBrk="1" latinLnBrk="0" hangingPunct="1">
        <a:lnSpc>
          <a:spcPct val="90000"/>
        </a:lnSpc>
        <a:spcBef>
          <a:spcPts val="805"/>
        </a:spcBef>
        <a:buFont typeface="Arial" panose="020B0604020202020204" pitchFamily="34" charset="0"/>
        <a:buChar char="•"/>
        <a:defRPr sz="2896" kern="1200">
          <a:solidFill>
            <a:schemeClr val="tx1"/>
          </a:solidFill>
          <a:latin typeface="+mn-lt"/>
          <a:ea typeface="+mn-ea"/>
          <a:cs typeface="+mn-cs"/>
        </a:defRPr>
      </a:lvl6pPr>
      <a:lvl7pPr marL="4781626" indent="-367817" algn="l" defTabSz="1471270" rtl="0" eaLnBrk="1" latinLnBrk="0" hangingPunct="1">
        <a:lnSpc>
          <a:spcPct val="90000"/>
        </a:lnSpc>
        <a:spcBef>
          <a:spcPts val="805"/>
        </a:spcBef>
        <a:buFont typeface="Arial" panose="020B0604020202020204" pitchFamily="34" charset="0"/>
        <a:buChar char="•"/>
        <a:defRPr sz="2896" kern="1200">
          <a:solidFill>
            <a:schemeClr val="tx1"/>
          </a:solidFill>
          <a:latin typeface="+mn-lt"/>
          <a:ea typeface="+mn-ea"/>
          <a:cs typeface="+mn-cs"/>
        </a:defRPr>
      </a:lvl7pPr>
      <a:lvl8pPr marL="5517261" indent="-367817" algn="l" defTabSz="1471270" rtl="0" eaLnBrk="1" latinLnBrk="0" hangingPunct="1">
        <a:lnSpc>
          <a:spcPct val="90000"/>
        </a:lnSpc>
        <a:spcBef>
          <a:spcPts val="805"/>
        </a:spcBef>
        <a:buFont typeface="Arial" panose="020B0604020202020204" pitchFamily="34" charset="0"/>
        <a:buChar char="•"/>
        <a:defRPr sz="2896" kern="1200">
          <a:solidFill>
            <a:schemeClr val="tx1"/>
          </a:solidFill>
          <a:latin typeface="+mn-lt"/>
          <a:ea typeface="+mn-ea"/>
          <a:cs typeface="+mn-cs"/>
        </a:defRPr>
      </a:lvl8pPr>
      <a:lvl9pPr marL="6252896" indent="-367817" algn="l" defTabSz="1471270" rtl="0" eaLnBrk="1" latinLnBrk="0" hangingPunct="1">
        <a:lnSpc>
          <a:spcPct val="90000"/>
        </a:lnSpc>
        <a:spcBef>
          <a:spcPts val="805"/>
        </a:spcBef>
        <a:buFont typeface="Arial" panose="020B0604020202020204" pitchFamily="34" charset="0"/>
        <a:buChar char="•"/>
        <a:defRPr sz="28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71270" rtl="0" eaLnBrk="1" latinLnBrk="0" hangingPunct="1">
        <a:defRPr sz="2896" kern="1200">
          <a:solidFill>
            <a:schemeClr val="tx1"/>
          </a:solidFill>
          <a:latin typeface="+mn-lt"/>
          <a:ea typeface="+mn-ea"/>
          <a:cs typeface="+mn-cs"/>
        </a:defRPr>
      </a:lvl1pPr>
      <a:lvl2pPr marL="735635" algn="l" defTabSz="1471270" rtl="0" eaLnBrk="1" latinLnBrk="0" hangingPunct="1">
        <a:defRPr sz="2896" kern="1200">
          <a:solidFill>
            <a:schemeClr val="tx1"/>
          </a:solidFill>
          <a:latin typeface="+mn-lt"/>
          <a:ea typeface="+mn-ea"/>
          <a:cs typeface="+mn-cs"/>
        </a:defRPr>
      </a:lvl2pPr>
      <a:lvl3pPr marL="1471270" algn="l" defTabSz="1471270" rtl="0" eaLnBrk="1" latinLnBrk="0" hangingPunct="1">
        <a:defRPr sz="2896" kern="1200">
          <a:solidFill>
            <a:schemeClr val="tx1"/>
          </a:solidFill>
          <a:latin typeface="+mn-lt"/>
          <a:ea typeface="+mn-ea"/>
          <a:cs typeface="+mn-cs"/>
        </a:defRPr>
      </a:lvl3pPr>
      <a:lvl4pPr marL="2206904" algn="l" defTabSz="1471270" rtl="0" eaLnBrk="1" latinLnBrk="0" hangingPunct="1">
        <a:defRPr sz="2896" kern="1200">
          <a:solidFill>
            <a:schemeClr val="tx1"/>
          </a:solidFill>
          <a:latin typeface="+mn-lt"/>
          <a:ea typeface="+mn-ea"/>
          <a:cs typeface="+mn-cs"/>
        </a:defRPr>
      </a:lvl4pPr>
      <a:lvl5pPr marL="2942539" algn="l" defTabSz="1471270" rtl="0" eaLnBrk="1" latinLnBrk="0" hangingPunct="1">
        <a:defRPr sz="2896" kern="1200">
          <a:solidFill>
            <a:schemeClr val="tx1"/>
          </a:solidFill>
          <a:latin typeface="+mn-lt"/>
          <a:ea typeface="+mn-ea"/>
          <a:cs typeface="+mn-cs"/>
        </a:defRPr>
      </a:lvl5pPr>
      <a:lvl6pPr marL="3678174" algn="l" defTabSz="1471270" rtl="0" eaLnBrk="1" latinLnBrk="0" hangingPunct="1">
        <a:defRPr sz="2896" kern="1200">
          <a:solidFill>
            <a:schemeClr val="tx1"/>
          </a:solidFill>
          <a:latin typeface="+mn-lt"/>
          <a:ea typeface="+mn-ea"/>
          <a:cs typeface="+mn-cs"/>
        </a:defRPr>
      </a:lvl6pPr>
      <a:lvl7pPr marL="4413809" algn="l" defTabSz="1471270" rtl="0" eaLnBrk="1" latinLnBrk="0" hangingPunct="1">
        <a:defRPr sz="2896" kern="1200">
          <a:solidFill>
            <a:schemeClr val="tx1"/>
          </a:solidFill>
          <a:latin typeface="+mn-lt"/>
          <a:ea typeface="+mn-ea"/>
          <a:cs typeface="+mn-cs"/>
        </a:defRPr>
      </a:lvl7pPr>
      <a:lvl8pPr marL="5149444" algn="l" defTabSz="1471270" rtl="0" eaLnBrk="1" latinLnBrk="0" hangingPunct="1">
        <a:defRPr sz="2896" kern="1200">
          <a:solidFill>
            <a:schemeClr val="tx1"/>
          </a:solidFill>
          <a:latin typeface="+mn-lt"/>
          <a:ea typeface="+mn-ea"/>
          <a:cs typeface="+mn-cs"/>
        </a:defRPr>
      </a:lvl8pPr>
      <a:lvl9pPr marL="5885078" algn="l" defTabSz="1471270" rtl="0" eaLnBrk="1" latinLnBrk="0" hangingPunct="1">
        <a:defRPr sz="28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9210AE03-3B70-3BC8-DFF0-504EA0AD8E48}"/>
              </a:ext>
            </a:extLst>
          </p:cNvPr>
          <p:cNvGrpSpPr/>
          <p:nvPr/>
        </p:nvGrpSpPr>
        <p:grpSpPr>
          <a:xfrm>
            <a:off x="0" y="813163"/>
            <a:ext cx="14448471" cy="17640300"/>
            <a:chOff x="-53961" y="377825"/>
            <a:chExt cx="14448471" cy="176403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EF25F74-A677-0B40-C2BC-22AF237F1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320"/>
            <a:stretch>
              <a:fillRect/>
            </a:stretch>
          </p:blipFill>
          <p:spPr>
            <a:xfrm>
              <a:off x="2609190" y="12462526"/>
              <a:ext cx="8912126" cy="555559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603D219-460E-1415-AB2F-060A0B93E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4753"/>
            <a:stretch>
              <a:fillRect/>
            </a:stretch>
          </p:blipFill>
          <p:spPr>
            <a:xfrm>
              <a:off x="1688165" y="377825"/>
              <a:ext cx="11108020" cy="643612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93083C-72C6-9D42-C11E-8AE8BBDB1EA6}"/>
                </a:ext>
              </a:extLst>
            </p:cNvPr>
            <p:cNvSpPr/>
            <p:nvPr/>
          </p:nvSpPr>
          <p:spPr>
            <a:xfrm>
              <a:off x="3916223" y="6963039"/>
              <a:ext cx="3440252" cy="4060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9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673894C-B51B-B319-E6CB-C64452940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2488"/>
            <a:stretch>
              <a:fillRect/>
            </a:stretch>
          </p:blipFill>
          <p:spPr>
            <a:xfrm>
              <a:off x="8739259" y="7369101"/>
              <a:ext cx="5655251" cy="471647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0D03F22-ACA1-9F62-B790-FCEA3AA3B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3961" y="7493000"/>
              <a:ext cx="8463835" cy="4290472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AF8F182-5587-6AA9-B3D4-9DA345201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440" y="6197600"/>
              <a:ext cx="1904060" cy="129540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6EFA52D-B08E-BBB7-499A-11B8F1A912AE}"/>
                </a:ext>
              </a:extLst>
            </p:cNvPr>
            <p:cNvCxnSpPr>
              <a:cxnSpLocks/>
            </p:cNvCxnSpPr>
            <p:nvPr/>
          </p:nvCxnSpPr>
          <p:spPr>
            <a:xfrm>
              <a:off x="12661900" y="6197600"/>
              <a:ext cx="1612900" cy="1171501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5D1924E-02A6-C6AC-6B39-A9D501ED1BF9}"/>
                </a:ext>
              </a:extLst>
            </p:cNvPr>
            <p:cNvCxnSpPr/>
            <p:nvPr/>
          </p:nvCxnSpPr>
          <p:spPr>
            <a:xfrm flipV="1">
              <a:off x="3044858" y="9879291"/>
              <a:ext cx="2111604" cy="377072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EAE6176-1B9A-B036-3299-AAFFAC0E1D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4745" y="9638236"/>
              <a:ext cx="2111604" cy="806663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36D5D8C-28F9-9873-8C79-6A2EDA4D096B}"/>
                </a:ext>
              </a:extLst>
            </p:cNvPr>
            <p:cNvSpPr txBox="1"/>
            <p:nvPr/>
          </p:nvSpPr>
          <p:spPr>
            <a:xfrm>
              <a:off x="2629752" y="10006678"/>
              <a:ext cx="56560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solidFill>
                    <a:srgbClr val="1E77B4"/>
                  </a:solidFill>
                  <a:latin typeface="Aptos ExtraBold" panose="020B0004020202020204" pitchFamily="34" charset="0"/>
                </a:rPr>
                <a:t>Gemini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222505F-E102-1EE5-3769-1470356B405C}"/>
                </a:ext>
              </a:extLst>
            </p:cNvPr>
            <p:cNvSpPr txBox="1"/>
            <p:nvPr/>
          </p:nvSpPr>
          <p:spPr>
            <a:xfrm>
              <a:off x="3241940" y="10192919"/>
              <a:ext cx="792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solidFill>
                    <a:srgbClr val="8C554B"/>
                  </a:solidFill>
                  <a:latin typeface="Aptos ExtraBold" panose="020B0004020202020204" pitchFamily="34" charset="0"/>
                </a:rPr>
                <a:t>GPT 5.5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E1471F9-6F52-5CAA-CECE-221D5564E009}"/>
                </a:ext>
              </a:extLst>
            </p:cNvPr>
            <p:cNvSpPr txBox="1"/>
            <p:nvPr/>
          </p:nvSpPr>
          <p:spPr>
            <a:xfrm>
              <a:off x="3638305" y="9459923"/>
              <a:ext cx="792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solidFill>
                    <a:srgbClr val="15BECF"/>
                  </a:solidFill>
                  <a:latin typeface="Aptos ExtraBold" panose="020B0004020202020204" pitchFamily="34" charset="0"/>
                </a:rPr>
                <a:t>Opus 4.8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F04D26E-1D9C-FEAF-3E0B-D6B064A6A779}"/>
                </a:ext>
              </a:extLst>
            </p:cNvPr>
            <p:cNvSpPr txBox="1"/>
            <p:nvPr/>
          </p:nvSpPr>
          <p:spPr>
            <a:xfrm>
              <a:off x="4449777" y="10077503"/>
              <a:ext cx="56560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solidFill>
                    <a:srgbClr val="1E77B4"/>
                  </a:solidFill>
                  <a:latin typeface="Aptos ExtraBold" panose="020B0004020202020204" pitchFamily="34" charset="0"/>
                </a:rPr>
                <a:t>Gemini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693B88B-4A96-6906-9861-B61135C3AF44}"/>
                </a:ext>
              </a:extLst>
            </p:cNvPr>
            <p:cNvSpPr txBox="1"/>
            <p:nvPr/>
          </p:nvSpPr>
          <p:spPr>
            <a:xfrm>
              <a:off x="4843618" y="9451959"/>
              <a:ext cx="792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solidFill>
                    <a:srgbClr val="8C554B"/>
                  </a:solidFill>
                  <a:latin typeface="Aptos ExtraBold" panose="020B0004020202020204" pitchFamily="34" charset="0"/>
                </a:rPr>
                <a:t>GPT 5.5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B4052C1-CFF5-C3DC-4061-7C8D8DC5E685}"/>
                </a:ext>
              </a:extLst>
            </p:cNvPr>
            <p:cNvSpPr txBox="1"/>
            <p:nvPr/>
          </p:nvSpPr>
          <p:spPr>
            <a:xfrm>
              <a:off x="5374408" y="9212644"/>
              <a:ext cx="7927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solidFill>
                    <a:srgbClr val="15BECF"/>
                  </a:solidFill>
                  <a:latin typeface="Aptos ExtraBold" panose="020B0004020202020204" pitchFamily="34" charset="0"/>
                </a:rPr>
                <a:t>Opus 4.8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142A20F-5566-CF6F-F3FE-009DA5BFA715}"/>
                </a:ext>
              </a:extLst>
            </p:cNvPr>
            <p:cNvCxnSpPr/>
            <p:nvPr/>
          </p:nvCxnSpPr>
          <p:spPr>
            <a:xfrm>
              <a:off x="3044858" y="10727703"/>
              <a:ext cx="179876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4E1AFCE-7556-F463-22DC-7A081FE780D5}"/>
                </a:ext>
              </a:extLst>
            </p:cNvPr>
            <p:cNvSpPr/>
            <p:nvPr/>
          </p:nvSpPr>
          <p:spPr>
            <a:xfrm>
              <a:off x="9215055" y="10050388"/>
              <a:ext cx="652426" cy="515893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02638BC-BFA6-1AE3-563F-79C934C15AFA}"/>
                </a:ext>
              </a:extLst>
            </p:cNvPr>
            <p:cNvSpPr/>
            <p:nvPr/>
          </p:nvSpPr>
          <p:spPr>
            <a:xfrm>
              <a:off x="12083198" y="8633618"/>
              <a:ext cx="1952623" cy="1811281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41736AC-F933-6D4E-BB26-72853DDF5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12964" y="9682791"/>
              <a:ext cx="2075616" cy="554719"/>
            </a:xfrm>
            <a:prstGeom prst="straightConnector1">
              <a:avLst/>
            </a:prstGeom>
            <a:ln w="12700"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B591587-A589-0526-8B99-E48BFFDA14C4}"/>
                </a:ext>
              </a:extLst>
            </p:cNvPr>
            <p:cNvSpPr txBox="1"/>
            <p:nvPr/>
          </p:nvSpPr>
          <p:spPr>
            <a:xfrm>
              <a:off x="2819362" y="6954421"/>
              <a:ext cx="113098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>
                  <a:latin typeface="Aptos ExtraBold" panose="020B0004020202020204" pitchFamily="34" charset="0"/>
                </a:rPr>
                <a:t>Palter is perceived as morally more acceptable than Truthy Falsehood  across three frontier models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739D0E2-CF1D-6C60-A87F-0C189E0ADE96}"/>
                </a:ext>
              </a:extLst>
            </p:cNvPr>
            <p:cNvSpPr txBox="1"/>
            <p:nvPr/>
          </p:nvSpPr>
          <p:spPr>
            <a:xfrm>
              <a:off x="5156462" y="12124763"/>
              <a:ext cx="40585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latin typeface="Aptos ExtraBold" panose="020B0004020202020204" pitchFamily="34" charset="0"/>
                </a:rPr>
                <a:t>Which palter got condemned most?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B40B289-3569-8F23-F80E-4867301890DF}"/>
                </a:ext>
              </a:extLst>
            </p:cNvPr>
            <p:cNvCxnSpPr>
              <a:cxnSpLocks/>
            </p:cNvCxnSpPr>
            <p:nvPr/>
          </p:nvCxnSpPr>
          <p:spPr>
            <a:xfrm>
              <a:off x="318440" y="11370365"/>
              <a:ext cx="2726418" cy="1123729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DA55299-3BA3-CB8B-91AF-516BC2283D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9577" y="11710142"/>
              <a:ext cx="3145223" cy="783953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869E5FE-1172-8B80-2212-A53C793AB9BC}"/>
                </a:ext>
              </a:extLst>
            </p:cNvPr>
            <p:cNvSpPr txBox="1"/>
            <p:nvPr/>
          </p:nvSpPr>
          <p:spPr>
            <a:xfrm>
              <a:off x="5156462" y="643924"/>
              <a:ext cx="5027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i="1" dirty="0">
                  <a:latin typeface="Aptos ExtraBold" panose="020B0004020202020204" pitchFamily="34" charset="0"/>
                </a:rPr>
                <a:t>Unethicality perceived by </a:t>
              </a:r>
              <a:r>
                <a:rPr lang="en-US" b="1" i="1" dirty="0">
                  <a:latin typeface="Aptos ExtraBold" panose="020B0004020202020204" pitchFamily="34" charset="0"/>
                </a:rPr>
                <a:t>models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2496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AA18F15-2654-2351-0E45-A2D378345CD1}"/>
              </a:ext>
            </a:extLst>
          </p:cNvPr>
          <p:cNvGrpSpPr/>
          <p:nvPr/>
        </p:nvGrpSpPr>
        <p:grpSpPr>
          <a:xfrm>
            <a:off x="0" y="683557"/>
            <a:ext cx="14659914" cy="13734117"/>
            <a:chOff x="0" y="683557"/>
            <a:chExt cx="14659914" cy="137341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82A0A51-12E8-355E-94DD-525E65718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106"/>
            <a:stretch>
              <a:fillRect/>
            </a:stretch>
          </p:blipFill>
          <p:spPr>
            <a:xfrm>
              <a:off x="0" y="1657851"/>
              <a:ext cx="14659914" cy="590879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9ECC60D-7219-4606-9C07-66C56D5E4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340"/>
            <a:stretch>
              <a:fillRect/>
            </a:stretch>
          </p:blipFill>
          <p:spPr>
            <a:xfrm>
              <a:off x="2474879" y="7931425"/>
              <a:ext cx="10103697" cy="648624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E342D1-1909-8A5F-9287-2BD0B7AE317F}"/>
                </a:ext>
              </a:extLst>
            </p:cNvPr>
            <p:cNvSpPr txBox="1"/>
            <p:nvPr/>
          </p:nvSpPr>
          <p:spPr>
            <a:xfrm>
              <a:off x="5495726" y="683557"/>
              <a:ext cx="3717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>
                  <a:latin typeface="Aptos ExtraBold" panose="020B0004020202020204" pitchFamily="34" charset="0"/>
                </a:rPr>
                <a:t>Fact-recognition check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453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1F92D-9472-31F4-A95D-DA5F872D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D1361-2563-1FEA-F032-31AD92C1F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92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3689</TotalTime>
  <Words>36</Words>
  <Application>Microsoft Macintosh PowerPoint</Application>
  <PresentationFormat>Custom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Aptos ExtraBold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Baihui Wang</dc:creator>
  <cp:lastModifiedBy>Baihui Wang</cp:lastModifiedBy>
  <cp:revision>2</cp:revision>
  <dcterms:created xsi:type="dcterms:W3CDTF">2026-07-09T03:33:12Z</dcterms:created>
  <dcterms:modified xsi:type="dcterms:W3CDTF">2026-07-17T02:00:37Z</dcterms:modified>
</cp:coreProperties>
</file>